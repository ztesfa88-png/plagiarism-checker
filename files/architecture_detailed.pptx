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Pipes and Filter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flows through independent filters</a:t>
            </a:r>
          </a:p>
          <a:p>
            <a:r>
              <a:t>Each filter processes and passes data</a:t>
            </a:r>
          </a:p>
          <a:p>
            <a:r>
              <a:t>Example: Unix pipelines</a:t>
            </a:r>
          </a:p>
          <a:p>
            <a:r>
              <a:t>Pros: reusable, simple</a:t>
            </a:r>
          </a:p>
          <a:p>
            <a:r>
              <a:t>Cons: not for complex interactive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Service-Oriented Architecture (SOA)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built from independent services</a:t>
            </a:r>
          </a:p>
          <a:p>
            <a:r>
              <a:t>Services communicate via APIs</a:t>
            </a:r>
          </a:p>
          <a:p>
            <a:r>
              <a:t>Reusable and scalable</a:t>
            </a:r>
          </a:p>
          <a:p>
            <a:r>
              <a:t>Cons: network overhead, complexity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Event-Based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Components communicate via events</a:t>
            </a:r>
          </a:p>
          <a:p>
            <a:r>
              <a:t>Producers emit, consumers react</a:t>
            </a:r>
          </a:p>
          <a:p>
            <a:r>
              <a:t>Great for real-time systems</a:t>
            </a:r>
          </a:p>
          <a:p>
            <a:r>
              <a:t>Cons: hard debugging, complex 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N-Tier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Divides system into layers</a:t>
            </a:r>
          </a:p>
          <a:p>
            <a:r>
              <a:t>2-tier: client + database</a:t>
            </a:r>
          </a:p>
          <a:p>
            <a:r>
              <a:t>3-tier: UI, logic, data</a:t>
            </a:r>
          </a:p>
          <a:p>
            <a:r>
              <a:t>N-tier: more scalable layers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Combining Architectural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multiple architectures together</a:t>
            </a:r>
          </a:p>
          <a:p>
            <a:r>
              <a:t>Example: SOA + Event-driven</a:t>
            </a:r>
          </a:p>
          <a:p>
            <a:r>
              <a:t>Improves flexibility</a:t>
            </a:r>
          </a:p>
          <a:p>
            <a:r>
              <a:t>Used in real-world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Factors Influencing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Requirements (performance, security)</a:t>
            </a:r>
          </a:p>
          <a:p>
            <a:r>
              <a:t>System complexity</a:t>
            </a:r>
          </a:p>
          <a:p>
            <a:r>
              <a:t>Team expertise</a:t>
            </a:r>
          </a:p>
          <a:p>
            <a:r>
              <a:t>Budget and time</a:t>
            </a:r>
          </a:p>
          <a:p>
            <a:r>
              <a:t>Scalability and maintenance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Client-Server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handles UI</a:t>
            </a:r>
          </a:p>
          <a:p>
            <a:r>
              <a:t>Server handles data</a:t>
            </a:r>
          </a:p>
          <a:p>
            <a:r>
              <a:t>Simple structure</a:t>
            </a:r>
          </a:p>
          <a:p>
            <a:r>
              <a:t>Can become bottleneck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3-Tier vs Layered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3-tier = physical separation</a:t>
            </a:r>
          </a:p>
          <a:p>
            <a:r>
              <a:t>Layered = logical separation</a:t>
            </a:r>
          </a:p>
          <a:p>
            <a:r>
              <a:t>N-tier improves scalability</a:t>
            </a:r>
          </a:p>
          <a:p>
            <a:r>
              <a:t>Layered improves code structure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Two-Tier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UI on client side</a:t>
            </a:r>
          </a:p>
          <a:p>
            <a:r>
              <a:t>Database on server</a:t>
            </a:r>
          </a:p>
          <a:p>
            <a:r>
              <a:t>Logic on either side</a:t>
            </a:r>
          </a:p>
          <a:p>
            <a:r>
              <a:t>Limited scalability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