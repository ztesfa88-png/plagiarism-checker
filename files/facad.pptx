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4547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77221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4834362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8116413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99386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92105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508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0817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5566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AE6CA6-002A-9F40-6BE0-D0BF6AFBD6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A558-1ADA-7360-3C9C-8B083C1CBB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DC82BC-4A5A-90AE-6368-8CA4B61573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5914F3-040E-B205-DFA4-7BB2D1316C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9368F1-A293-E12C-83FA-21FB8358C7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675ACB-0B2B-69A0-8605-EB3B7BF79F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C4C57-5B13-80CD-B98C-C95BE3C500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9257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05746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791987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4054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81332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8831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58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82750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55551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92870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11869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42614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4218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522738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713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1908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255538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95838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31284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02406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52714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17943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24648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34237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510801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2954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24054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34573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33668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4870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869054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9677898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43988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8914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9948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43217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71708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9254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70497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97500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96107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03877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9298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135035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64437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58214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3058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10871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6315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30782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99249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830811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4879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273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18944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47214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356405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8682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5460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46609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260649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745748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198161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03590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Facade Pattern</a:t>
            </a:r>
            <a:endParaRPr lang="en-US"/>
          </a:p>
        </p:txBody>
      </p:sp>
      <p:sp>
        <p:nvSpPr>
          <p:cNvPr id="70786090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Joseph Tadesse</a:t>
            </a:r>
            <a:endParaRPr lang="en"/>
          </a:p>
          <a:p>
            <a:pPr>
              <a:defRPr/>
            </a:pPr>
            <a:r>
              <a:rPr lang="en"/>
              <a:t>Gezihagn Lema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105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Intent</a:t>
            </a:r>
            <a:endParaRPr/>
          </a:p>
        </p:txBody>
      </p:sp>
      <p:sp>
        <p:nvSpPr>
          <p:cNvPr id="11372836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Provide a unified, high-level interface to a set of interfaces in a subsystem.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Simplifies interaction with complex systems.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Decouples clients from subsystem components.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Promotes loose coupling and layered architecture.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5789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Motivation</a:t>
            </a:r>
            <a:endParaRPr/>
          </a:p>
        </p:txBody>
      </p:sp>
      <p:sp>
        <p:nvSpPr>
          <p:cNvPr id="15720588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real systems, a client often needs to interact with multiple classes to perform a single task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7202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Problem scenario</a:t>
            </a:r>
            <a:endParaRPr sz="4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995839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video conversion library contains multiple classes: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VideoFile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CodecFactory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BitrateReader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AudioMixer</a:t>
            </a:r>
            <a:endParaRPr sz="2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4419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 convert a file, the client must</a:t>
            </a:r>
            <a:endParaRPr/>
          </a:p>
        </p:txBody>
      </p:sp>
      <p:sp>
        <p:nvSpPr>
          <p:cNvPr id="114706009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1">
              <a:buFont typeface="Wingdings"/>
              <a:buChar char="Ø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Create a video file object.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buFont typeface="Wingdings"/>
              <a:buChar char="Ø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Extract codec.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buFont typeface="Wingdings"/>
              <a:buChar char="Ø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Convert format.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buFont typeface="Wingdings"/>
              <a:buChar char="Ø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 bitrate.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buFont typeface="Wingdings"/>
              <a:buChar char="Ø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Mix audio.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tightly couples the client to subsystem internals.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3781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Solution</a:t>
            </a:r>
            <a:endParaRPr/>
          </a:p>
        </p:txBody>
      </p:sp>
      <p:sp>
        <p:nvSpPr>
          <p:cNvPr id="90148097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Introduce a VideoConverterFacade that: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Wraps subsystem complexity.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Exposes a single simple method like convert(filename, format).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Internally coordinates all subsystem interactions.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client depends only on the facade, not on internal classes.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9950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Structure (Conceptual UML)</a:t>
            </a:r>
            <a:endParaRPr/>
          </a:p>
        </p:txBody>
      </p:sp>
      <p:pic>
        <p:nvPicPr>
          <p:cNvPr id="4416976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15241" y="1838826"/>
            <a:ext cx="8042211" cy="4429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3828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6164108"/>
          </a:xfrm>
        </p:spPr>
        <p:txBody>
          <a:bodyPr/>
          <a:lstStyle/>
          <a:p>
            <a:pPr algn="ctr">
              <a:defRPr/>
            </a:pPr>
            <a:r>
              <a:rPr lang="en"/>
              <a:t>Thank you!</a:t>
            </a:r>
            <a:br>
              <a:rPr lang="en"/>
            </a:br>
            <a:r>
              <a:rPr lang="en"/>
              <a:t>Any questions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2026-03-04T07:56:42Z</dcterms:modified>
</cp:coreProperties>
</file>